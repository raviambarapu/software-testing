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68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395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880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462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11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23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99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531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34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446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12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288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481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401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066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892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124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C759587-2E6E-4CB0-BD52-9D498542587D}" type="datetimeFigureOut">
              <a:rPr lang="en-IN" smtClean="0"/>
              <a:t>01-10-2022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3FB51DC-CFB0-40D1-B5ED-605122CCE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33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274DA1-CBD2-ACDB-462E-8C8F370E6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1576" y="1875453"/>
            <a:ext cx="7305869" cy="358295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sz="2400" dirty="0">
                <a:solidFill>
                  <a:srgbClr val="00B050"/>
                </a:solidFill>
              </a:rPr>
              <a:t>PRESENTATION ON SOFTWARE TESTING FOR TEST </a:t>
            </a:r>
          </a:p>
          <a:p>
            <a:pPr algn="l"/>
            <a:r>
              <a:rPr lang="en-IN" sz="2400" dirty="0">
                <a:solidFill>
                  <a:srgbClr val="00B050"/>
                </a:solidFill>
              </a:rPr>
              <a:t>                                          CASE DESIGN</a:t>
            </a:r>
          </a:p>
          <a:p>
            <a:pPr algn="l"/>
            <a:endParaRPr lang="en-IN" sz="2400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NAME:AMBARAPU RAVI</a:t>
            </a:r>
          </a:p>
          <a:p>
            <a:pPr algn="l"/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DEPT  :CSE</a:t>
            </a:r>
          </a:p>
          <a:p>
            <a:pPr algn="l"/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SUBJECT CODE:CSA3724</a:t>
            </a:r>
          </a:p>
          <a:p>
            <a:pPr algn="l"/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TOPIC:ONLINE JOBS FOR LOGIN METHOD</a:t>
            </a:r>
          </a:p>
          <a:p>
            <a:pPr algn="l"/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REG NO:192111610</a:t>
            </a:r>
          </a:p>
          <a:p>
            <a:endParaRPr lang="en-IN" sz="24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87580AD-F862-94DA-2AC2-D70F1207D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B15706-3B7C-337A-EEAD-B4EF07441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605" y="457200"/>
            <a:ext cx="9358603" cy="147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932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5293-D75A-ECE0-B55F-38D5DE20E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AIM: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B0C0A-6898-AF9B-D733-180FA1DF1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-466531"/>
            <a:ext cx="10018713" cy="6257731"/>
          </a:xfrm>
        </p:spPr>
        <p:txBody>
          <a:bodyPr/>
          <a:lstStyle/>
          <a:p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AND ANALYZE THE REQUIRMENTS FOR LOGIN MODEL OF ONLINE JOBS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BD3E99-F132-F74C-7C3F-08AAEEC2E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854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90E18-FA97-ECE4-0B82-6D508540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312684-A554-79F7-B82F-6427EA533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75920"/>
            <a:ext cx="9674224" cy="6146800"/>
          </a:xfrm>
        </p:spPr>
      </p:pic>
    </p:spTree>
    <p:extLst>
      <p:ext uri="{BB962C8B-B14F-4D97-AF65-F5344CB8AC3E}">
        <p14:creationId xmlns:p14="http://schemas.microsoft.com/office/powerpoint/2010/main" val="407220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DBFBC-8833-D85A-896F-A02ECED7F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REQUIRMENTS: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8414B-CD44-C7B3-C3B3-C3D63EDA9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70C0"/>
                </a:solidFill>
              </a:rPr>
              <a:t>USER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70C0"/>
                </a:solidFill>
              </a:rPr>
              <a:t>PASSWORD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70C0"/>
                </a:solidFill>
              </a:rPr>
              <a:t>LOGIN 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70C0"/>
                </a:solidFill>
              </a:rPr>
              <a:t>EMAIL 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70C0"/>
                </a:solidFill>
              </a:rPr>
              <a:t>MOBILE NUMBER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70C0"/>
                </a:solidFill>
              </a:rPr>
              <a:t>LOGIN MODEL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337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ED20-310E-1853-C4B0-5286A7358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130628"/>
            <a:ext cx="10018713" cy="1912775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TEST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9D1D9-1AF1-90C7-42B2-4CF3E11B3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67543"/>
            <a:ext cx="10018713" cy="4223657"/>
          </a:xfrm>
        </p:spPr>
        <p:txBody>
          <a:bodyPr>
            <a:noAutofit/>
          </a:bodyPr>
          <a:lstStyle/>
          <a:p>
            <a:pPr algn="l"/>
            <a:endParaRPr lang="en-US" sz="1800" b="0" i="0" dirty="0">
              <a:solidFill>
                <a:srgbClr val="3A3A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Verify the messages for each mandatory field.</a:t>
            </a:r>
          </a:p>
          <a:p>
            <a:pPr algn="l"/>
            <a:r>
              <a:rPr lang="en-US" sz="2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Verify if the user cannot proceed without filling all the mandatory fields.</a:t>
            </a:r>
          </a:p>
          <a:p>
            <a:pPr algn="l"/>
            <a:r>
              <a:rPr lang="en-US" sz="2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Verify the age of the user when the DOB is selected.</a:t>
            </a:r>
          </a:p>
          <a:p>
            <a:pPr algn="l"/>
            <a:r>
              <a:rPr lang="en-US" sz="2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Verify if the numbers and special characters are not allowed in the First and Last name.</a:t>
            </a:r>
          </a:p>
          <a:p>
            <a:pPr algn="l"/>
            <a:r>
              <a:rPr lang="en-US" sz="2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Verify if a user can sign-up successfully with all the mandatory details.</a:t>
            </a:r>
          </a:p>
          <a:p>
            <a:pPr algn="l"/>
            <a:r>
              <a:rPr lang="en-US" sz="2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Verify if a user can log in with the valid details.</a:t>
            </a:r>
          </a:p>
          <a:p>
            <a:pPr algn="l"/>
            <a:r>
              <a:rPr lang="en-US" sz="2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Verify if the Password and Confirm Password fields are accepting similar strings only.</a:t>
            </a:r>
          </a:p>
          <a:p>
            <a:pPr algn="l"/>
            <a:r>
              <a:rPr lang="en-US" sz="2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Verify if the Password field will prompt you for the weak passwords.</a:t>
            </a:r>
          </a:p>
          <a:p>
            <a:pPr algn="l"/>
            <a:r>
              <a:rPr lang="en-US" sz="2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Verify if duplicate email address will not get assigned.</a:t>
            </a:r>
          </a:p>
          <a:p>
            <a:pPr algn="l"/>
            <a:r>
              <a:rPr lang="en-US" sz="2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Verify that hints are provided for each field on the form, for the ease of use.</a:t>
            </a:r>
          </a:p>
        </p:txBody>
      </p:sp>
    </p:spTree>
    <p:extLst>
      <p:ext uri="{BB962C8B-B14F-4D97-AF65-F5344CB8AC3E}">
        <p14:creationId xmlns:p14="http://schemas.microsoft.com/office/powerpoint/2010/main" val="2880938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174AF-E5B0-A264-1A7A-222C5B1D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POSITIVE TEST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9CB1E-9AD3-CD63-D26A-56B444CFE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Verify the a user will be able to login with a valid password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Verify the forgot password functionality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Verify the message for invalid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Verify if the data password field is either visible as asterisk he/she changed the password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Verify the login page allows to log in simultaneously with different credentials in a different </a:t>
            </a:r>
            <a:r>
              <a:rPr lang="en-IN" dirty="0" err="1">
                <a:solidFill>
                  <a:srgbClr val="0070C0"/>
                </a:solidFill>
              </a:rPr>
              <a:t>browoser</a:t>
            </a:r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Verify if the enter key of the keyboard is working correctly on the login page</a:t>
            </a:r>
          </a:p>
          <a:p>
            <a:r>
              <a:rPr lang="en-IN" dirty="0">
                <a:solidFill>
                  <a:srgbClr val="0070C0"/>
                </a:solidFill>
              </a:rPr>
              <a:t>Verify if a user cannot enter the characters more than the specified range in each field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Verify the implementation of </a:t>
            </a:r>
            <a:r>
              <a:rPr lang="en-IN" dirty="0" err="1">
                <a:solidFill>
                  <a:srgbClr val="0070C0"/>
                </a:solidFill>
              </a:rPr>
              <a:t>ssl</a:t>
            </a:r>
            <a:r>
              <a:rPr lang="en-IN" dirty="0">
                <a:solidFill>
                  <a:srgbClr val="0070C0"/>
                </a:solidFill>
              </a:rPr>
              <a:t> certificate</a:t>
            </a:r>
          </a:p>
        </p:txBody>
      </p:sp>
    </p:spTree>
    <p:extLst>
      <p:ext uri="{BB962C8B-B14F-4D97-AF65-F5344CB8AC3E}">
        <p14:creationId xmlns:p14="http://schemas.microsoft.com/office/powerpoint/2010/main" val="3965838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8822-0EA1-96DB-CF55-93AEFA76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NEGATIVE TEST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9E6B-E636-9866-1DCB-321464F12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2930" y="2275114"/>
            <a:ext cx="10018713" cy="3124201"/>
          </a:xfrm>
        </p:spPr>
        <p:txBody>
          <a:bodyPr>
            <a:normAutofit fontScale="85000" lnSpcReduction="10000"/>
          </a:bodyPr>
          <a:lstStyle/>
          <a:p>
            <a:r>
              <a:rPr lang="en-IN" dirty="0">
                <a:solidFill>
                  <a:srgbClr val="0070C0"/>
                </a:solidFill>
              </a:rPr>
              <a:t>Verify if a user cannot login with a valid username and an invalid password</a:t>
            </a:r>
          </a:p>
          <a:p>
            <a:r>
              <a:rPr lang="en-IN" dirty="0">
                <a:solidFill>
                  <a:srgbClr val="0070C0"/>
                </a:solidFill>
              </a:rPr>
              <a:t>Verify the login page for both when the field is blank and submit button is clicked</a:t>
            </a:r>
          </a:p>
          <a:p>
            <a:r>
              <a:rPr lang="en-IN" dirty="0">
                <a:solidFill>
                  <a:srgbClr val="0070C0"/>
                </a:solidFill>
              </a:rPr>
              <a:t>Verify if a user cannot enter the characters more than the specified range in each field</a:t>
            </a:r>
          </a:p>
          <a:p>
            <a:r>
              <a:rPr lang="en-IN" dirty="0">
                <a:solidFill>
                  <a:srgbClr val="0070C0"/>
                </a:solidFill>
              </a:rPr>
              <a:t>Verify the login page by pressing black button of the </a:t>
            </a:r>
            <a:r>
              <a:rPr lang="en-IN" dirty="0" err="1">
                <a:solidFill>
                  <a:srgbClr val="0070C0"/>
                </a:solidFill>
              </a:rPr>
              <a:t>browoser</a:t>
            </a:r>
            <a:r>
              <a:rPr lang="en-IN" dirty="0">
                <a:solidFill>
                  <a:srgbClr val="0070C0"/>
                </a:solidFill>
              </a:rPr>
              <a:t> it should not allow you to enter into the system once you log out</a:t>
            </a:r>
          </a:p>
          <a:p>
            <a:r>
              <a:rPr lang="en-IN" dirty="0">
                <a:solidFill>
                  <a:srgbClr val="0070C0"/>
                </a:solidFill>
              </a:rPr>
              <a:t>Verify if a user should not be allowed to log in with different credentials from the same </a:t>
            </a:r>
            <a:r>
              <a:rPr lang="en-IN" dirty="0" err="1">
                <a:solidFill>
                  <a:srgbClr val="0070C0"/>
                </a:solidFill>
              </a:rPr>
              <a:t>browoser</a:t>
            </a:r>
            <a:r>
              <a:rPr lang="en-IN" dirty="0">
                <a:solidFill>
                  <a:srgbClr val="0070C0"/>
                </a:solidFill>
              </a:rPr>
              <a:t> at the same time</a:t>
            </a:r>
          </a:p>
          <a:p>
            <a:r>
              <a:rPr lang="en-IN" dirty="0">
                <a:solidFill>
                  <a:srgbClr val="0070C0"/>
                </a:solidFill>
              </a:rPr>
              <a:t>Verify the login page against </a:t>
            </a:r>
            <a:r>
              <a:rPr lang="en-IN" dirty="0" err="1">
                <a:solidFill>
                  <a:srgbClr val="0070C0"/>
                </a:solidFill>
              </a:rPr>
              <a:t>sql</a:t>
            </a:r>
            <a:r>
              <a:rPr lang="en-IN" dirty="0">
                <a:solidFill>
                  <a:srgbClr val="0070C0"/>
                </a:solidFill>
              </a:rPr>
              <a:t> injection attack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280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8AB02-355A-2210-3562-38D96CAC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984" y="685800"/>
            <a:ext cx="9161040" cy="1870788"/>
          </a:xfrm>
        </p:spPr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3774CA-3238-85A7-BE98-4E4C56F48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621" y="-9330"/>
            <a:ext cx="9227976" cy="6820678"/>
          </a:xfrm>
        </p:spPr>
      </p:pic>
    </p:spTree>
    <p:extLst>
      <p:ext uri="{BB962C8B-B14F-4D97-AF65-F5344CB8AC3E}">
        <p14:creationId xmlns:p14="http://schemas.microsoft.com/office/powerpoint/2010/main" val="14744558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449</TotalTime>
  <Words>405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Corbel</vt:lpstr>
      <vt:lpstr>Times New Roman</vt:lpstr>
      <vt:lpstr>Wingdings</vt:lpstr>
      <vt:lpstr>Parallax</vt:lpstr>
      <vt:lpstr>PowerPoint Presentation</vt:lpstr>
      <vt:lpstr>AIM: </vt:lpstr>
      <vt:lpstr>  </vt:lpstr>
      <vt:lpstr>REQUIRMENTS: </vt:lpstr>
      <vt:lpstr>TEST SCENARIO</vt:lpstr>
      <vt:lpstr>POSITIVE TEST CASES</vt:lpstr>
      <vt:lpstr>NEGATIVE TEST CASES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 Ambarapu</dc:creator>
  <cp:lastModifiedBy>Ravi Ambarapu</cp:lastModifiedBy>
  <cp:revision>2</cp:revision>
  <dcterms:created xsi:type="dcterms:W3CDTF">2022-09-30T11:20:57Z</dcterms:created>
  <dcterms:modified xsi:type="dcterms:W3CDTF">2022-10-01T05:39:55Z</dcterms:modified>
</cp:coreProperties>
</file>